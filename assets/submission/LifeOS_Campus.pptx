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57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</a:rPr>
              <a:t>Smart Day Claw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doesn't think.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one that does.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 for Student Life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194560" cy="38404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Clash of the Claws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731520"/>
            <a:ext cx="2286000" cy="2286000"/>
          </a:xfrm>
          <a:prstGeom prst="ellipse">
            <a:avLst/>
          </a:prstGeom>
          <a:solidFill>
            <a:srgbClr val="1A1A3E"/>
          </a:solidFill>
          <a:ln w="508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AA"/>
                </a:solidFill>
              </a:rPr>
              <a:t>87%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88AA"/>
                </a:solidFill>
              </a:rPr>
              <a:t>TWIN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kern="0" spc="200" dirty="0">
                <a:solidFill>
                  <a:srgbClr val="8888AA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474720"/>
            <a:ext cx="86868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35204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6EF7"/>
                </a:solidFill>
              </a:rPr>
              <a:t>20/20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Verified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3474720"/>
            <a:ext cx="86868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35204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6EF7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376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Phases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3474720"/>
            <a:ext cx="86868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0" y="35204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6EF7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Days Learned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AA"/>
                </a:solidFill>
              </a:rPr>
              <a:t>Team : Pragmatists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6EF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Students lose hours every day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a phone that doesn't think.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6517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01168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</a:rPr>
              <a:t>80x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notifications per 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Student decides every single 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6517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01168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</a:rPr>
              <a:t>42m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productivity lost daily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To wrong alerts at wrong times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517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011680"/>
            <a:ext cx="54864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awareness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Your phone treats exam day like any 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D4AA"/>
                </a:solidFill>
              </a:rPr>
              <a:t>Existing phones are reactive. They wait for you.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00D4AA"/>
                </a:solidFill>
              </a:rPr>
              <a:t>LifeOS Campus is proactive — it acts before you need to.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A"/>
                </a:solidFill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LifeOS Campus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AA"/>
                </a:solidFill>
              </a:rPr>
              <a:t>An autonomous AI operating system that runs in the background,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888AA"/>
                </a:solidFill>
              </a:rPr>
              <a:t>learns your patterns, and manages your digital life.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402336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6EF7"/>
                </a:solidFill>
              </a:rPr>
              <a:t>Autonomous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724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</a:rPr>
              <a:t>Runs continuously in the background. No app to open. No settings to configure.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402336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286000"/>
            <a:ext cx="54864" cy="10058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</a:rPr>
              <a:t>Predictive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9472" y="2724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</a:rPr>
              <a:t>Digital Twin forecasts your state before events happen. 87% accuracy on day 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402336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2044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93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Personal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3959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</a:rPr>
              <a:t>Learns your specific behavioral patterns. Not a generic student — you.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402336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5204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593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Connected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9472" y="39593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</a:rPr>
              <a:t>OpenClaw bridge. Telegram live alerts. Real messages to a real phone.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6EF7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phases. One autonomous system.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08760" cy="25603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508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508760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</a:rPr>
              <a:t>time · schedule · exam · location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2651760"/>
            <a:ext cx="21031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371600"/>
            <a:ext cx="1508760" cy="256032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371600"/>
            <a:ext cx="1508760" cy="5486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508760"/>
            <a:ext cx="548640" cy="54864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66544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Memory &amp;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66544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</a:rPr>
              <a:t>pattern_memory · lifeos_memory.json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02152" y="2651760"/>
            <a:ext cx="210312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371600"/>
            <a:ext cx="1508760" cy="256032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1371600"/>
            <a:ext cx="1508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87952" y="150876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85616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85616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</a:rPr>
              <a:t>agent.py · campus_agent · scorer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21224" y="2651760"/>
            <a:ext cx="21031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371600"/>
            <a:ext cx="1508760" cy="2560320"/>
          </a:xfrm>
          <a:prstGeom prst="rect">
            <a:avLst/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1371600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07024" y="15087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702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468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Digital Twin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04688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</a:rPr>
              <a:t>predict · simulate · adapt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0296" y="2651760"/>
            <a:ext cx="21031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1371600"/>
            <a:ext cx="1508760" cy="2560320"/>
          </a:xfrm>
          <a:prstGeom prst="rect">
            <a:avLst/>
          </a:prstGeom>
          <a:solidFill>
            <a:srgbClr val="12121A"/>
          </a:solidFill>
          <a:ln w="12700">
            <a:solidFill>
              <a:srgbClr val="E8439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1371600"/>
            <a:ext cx="1508760" cy="54864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6096" y="1508760"/>
            <a:ext cx="548640" cy="548640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609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237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Autonomous Action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</a:rPr>
              <a:t>heartbeat · telegram · modes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0D201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</a:rPr>
              <a:t>OpenClaw Bridge  ·  HEARTBEAT loop  ·  SOUL.md  ·  5 Skills  ·  8/8 Bridge Tests Passing  ·  20/20 Verified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DIGITAL TWIN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predicts you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know it yourself.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457200"/>
            <a:ext cx="2103120" cy="2103120"/>
          </a:xfrm>
          <a:prstGeom prst="ellipse">
            <a:avLst/>
          </a:prstGeom>
          <a:solidFill>
            <a:srgbClr val="1A1A3E"/>
          </a:solidFill>
          <a:ln w="635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0" y="1005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AA"/>
                </a:solidFill>
              </a:rPr>
              <a:t>87%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0" y="1645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888AA"/>
                </a:solidFill>
              </a:rPr>
              <a:t>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kern="0" spc="200" dirty="0">
                <a:solidFill>
                  <a:srgbClr val="8888AA"/>
                </a:solidFill>
              </a:rPr>
              <a:t>DAY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19456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54864" cy="82296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6EF7"/>
                </a:solidFill>
              </a:rPr>
              <a:t>59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Productivity /100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828800"/>
            <a:ext cx="219456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1828800"/>
            <a:ext cx="54864" cy="8229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</a:rPr>
              <a:t>64%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7180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Shield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19456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54864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Introvert /100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834640"/>
            <a:ext cx="2194560" cy="822960"/>
          </a:xfrm>
          <a:prstGeom prst="rect">
            <a:avLst/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34640" y="283464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51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971800" y="3310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Data Points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173659"/>
            <a:ext cx="3657600" cy="2651760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Prediction vs Reality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Stress at 10AM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7"/>
                </a:solidFill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High 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807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Departure time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072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7"/>
                </a:solidFill>
              </a:rPr>
              <a:t>8:42 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2807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8:39 AM 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32826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Focus need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2826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7"/>
                </a:solidFill>
              </a:rPr>
              <a:t>Exam window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32826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Confirmed 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758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Evening pattern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7581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6EF7"/>
                </a:solidFill>
              </a:rPr>
              <a:t>Study 9PM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3758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Pending...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Confidence: 91%  ·  Peak focus: Mon/Tue 9–12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5CF6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exam. Eight autonomous decisions.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44752"/>
            <a:ext cx="411480" cy="41148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 detected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18 hours away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44475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14630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Twin forecasts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Stress 74% likely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444752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4630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reasons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Intervention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444752"/>
            <a:ext cx="411480" cy="4114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14630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Focus activated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9923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 blocked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Distractions filtered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292608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2999232"/>
            <a:ext cx="411480" cy="41148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01752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delivered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Priority alerts 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99232"/>
            <a:ext cx="411480" cy="41148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Telegram sent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Real phone. Real alert.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2926080"/>
            <a:ext cx="1920240" cy="1234440"/>
          </a:xfrm>
          <a:prstGeom prst="rect">
            <a:avLst/>
          </a:prstGeom>
          <a:solidFill>
            <a:srgbClr val="12121A"/>
          </a:solidFill>
          <a:ln w="12700">
            <a:solidFill>
              <a:srgbClr val="E8439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2999232"/>
            <a:ext cx="411480" cy="411480"/>
          </a:xfrm>
          <a:prstGeom prst="ellipse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+31 min focus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0" y="3383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Protected. Measured.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D4AA"/>
                </a:solidFill>
              </a:rPr>
              <a:t>Zero taps. Zero input. Fully autonomous.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A"/>
                </a:solidFill>
              </a:rPr>
              <a:t>OPENCLAW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just connected.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integration.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023360" cy="77724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737360"/>
            <a:ext cx="54864" cy="7772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92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EF7"/>
                </a:solidFill>
              </a:rPr>
              <a:t>HEARTBEAT.md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Continuous autonomous loop. Agent wakes, evaluates, acts, sleeps. Repeat.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4023360" cy="77724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737360"/>
            <a:ext cx="5486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792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SOUL.md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Agent identity and reasoning framework. Defines how LifeOS thinks.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77724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54864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7980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5 Active Skills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Calendar · Commute · Notifications · Modes · Digital Twin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777240"/>
          </a:xfrm>
          <a:prstGeom prst="rect">
            <a:avLst/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7980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OpenClaw Gateway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127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Bridge verified and running. 8/8 bridge tests passing.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023360" cy="777240"/>
          </a:xfrm>
          <a:prstGeom prst="rect">
            <a:avLst/>
          </a:prstGeom>
          <a:solidFill>
            <a:srgbClr val="12121A"/>
          </a:solidFill>
          <a:ln w="12700">
            <a:solidFill>
              <a:srgbClr val="E8439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54864" cy="77724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039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393"/>
                </a:solidFill>
              </a:rPr>
              <a:t>Telegram Connected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133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@lifeos_campus_bot — real messages to real phone automatically.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4023360" cy="77724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49040"/>
            <a:ext cx="54864" cy="7772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8039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20/20 Verified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4133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All system checks passed. Demo runner 11 steps confirmed.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617720"/>
            <a:ext cx="3657600" cy="384048"/>
          </a:xfrm>
          <a:prstGeom prst="rect">
            <a:avLst/>
          </a:prstGeom>
          <a:solidFill>
            <a:srgbClr val="0D201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4617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✓  All 20 verification checks passed — demo ready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LIVE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not a mockup.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running right now.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114800" cy="292608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10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6EF7"/>
                </a:solidFill>
              </a:rPr>
              <a:t>Dashboard — localhost:5000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AI is managing your 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Heartbeat Active · Twin Synced · OpenClaw Connected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98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87% Twin Accuracy ring — animated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Agent Reasoning traces — Trigger→Inference→Action→Outcome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Counterfactual: +31 min focus protected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Behavioral DNA heatmap — 3 days real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Agent Activity Stream — live timestamped log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61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6EF7"/>
                </a:solidFill>
              </a:rPr>
              <a:t>·  </a:t>
            </a:r>
            <a:r>
              <a:rPr lang="en-US" sz="1100" dirty="0">
                <a:solidFill>
                  <a:srgbClr val="8888AA"/>
                </a:solidFill>
              </a:rPr>
              <a:t>Launch Judge Demo — 8-stage cinematic walkthrough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4114800" cy="292608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810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Telegram — @lifeos_campus_bot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40280"/>
            <a:ext cx="3749040" cy="1280160"/>
          </a:xfrm>
          <a:prstGeom prst="rect">
            <a:avLst/>
          </a:prstGeom>
          <a:solidFill>
            <a:srgbClr val="0D2B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LifeOS Campus Bot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06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Leave in 12 minutes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Data Structures lab.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Focus shield active.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7 distractions blocked this session.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</a:rPr>
              <a:t>Real phone. Real message.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</a:rPr>
              <a:t>Sent automatically — zero human input.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D4AA"/>
                </a:solidFill>
              </a:rPr>
              <a:t>No app to open.  No settings to configure.  It just runs.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F6EF7"/>
                </a:solidFill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than a prototype.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working AI operating 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73736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 + campus_agent.py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Core AI decision engine with context, memory, and skill orchestration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73736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digital_twin.py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Behavioral simulation model — predicts state before events occur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Autonomous loop running continuously — the always-on brain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1460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memory.py + pattern_memory.py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3 days of real behavioral learning stored and analyzed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9184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openclaw_bridge.py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Full OpenClaw integration — SOUL, HEARTBEAT, 5 skills, gateway verified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9184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telegram_bot.py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639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Live alerts to real phone — autonomous external dispatch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6908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Premium AI console — agent reasoning, twin panel, behavioral DNA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069080"/>
            <a:ext cx="4023360" cy="658368"/>
          </a:xfrm>
          <a:prstGeom prst="rect">
            <a:avLst/>
          </a:prstGeom>
          <a:solidFill>
            <a:srgbClr val="12121A"/>
          </a:solidFill>
          <a:ln w="12700">
            <a:solidFill>
              <a:srgbClr val="1E1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4069080"/>
            <a:ext cx="54864" cy="6583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demo_runner.py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11-step verified demo flow — 20/20 checks passing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LifeOS Campus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AA"/>
                </a:solidFill>
              </a:rPr>
              <a:t>Most AI tools wait for you to tell them what to do.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888AA"/>
                </a:solidFill>
              </a:rPr>
              <a:t>LifeOS Campus doesn't wait.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888AA"/>
                </a:solidFill>
              </a:rPr>
              <a:t>It thinks ahead. It acts first. It learns who you 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201168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</a:rPr>
              <a:t>87%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Twin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3017520"/>
            <a:ext cx="201168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4F6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6EF7"/>
                </a:solidFill>
              </a:rPr>
              <a:t>20/20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Verified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201168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</a:rPr>
              <a:t>0 taps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Required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0D4AA"/>
                </a:solidFill>
              </a:rPr>
              <a:t>No app to open.  No settings to configure.  It just runs.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865</Words>
  <Application>Microsoft Office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LifeOS Campus</dc:title>
  <dc:subject>PptxGenJS Presentation</dc:subject>
  <dc:creator>PptxGenJS</dc:creator>
  <cp:lastModifiedBy>Dhruv Narwat</cp:lastModifiedBy>
  <cp:revision>2</cp:revision>
  <dcterms:created xsi:type="dcterms:W3CDTF">2026-05-08T15:27:19Z</dcterms:created>
  <dcterms:modified xsi:type="dcterms:W3CDTF">2026-05-08T15:40:56Z</dcterms:modified>
</cp:coreProperties>
</file>